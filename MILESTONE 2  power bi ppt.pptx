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061" autoAdjust="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98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86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96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84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82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04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08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34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2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3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4483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73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409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833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02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96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00E62-047B-4200-AA74-DF1E8A68B67C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BAE1AC-39CC-4FD9-92FF-39BA867779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13" r:id="rId2"/>
    <p:sldLayoutId id="2147484114" r:id="rId3"/>
    <p:sldLayoutId id="2147484115" r:id="rId4"/>
    <p:sldLayoutId id="2147484116" r:id="rId5"/>
    <p:sldLayoutId id="2147484117" r:id="rId6"/>
    <p:sldLayoutId id="2147484118" r:id="rId7"/>
    <p:sldLayoutId id="2147484119" r:id="rId8"/>
    <p:sldLayoutId id="2147484120" r:id="rId9"/>
    <p:sldLayoutId id="2147484121" r:id="rId10"/>
    <p:sldLayoutId id="2147484122" r:id="rId11"/>
    <p:sldLayoutId id="2147484123" r:id="rId12"/>
    <p:sldLayoutId id="2147484124" r:id="rId13"/>
    <p:sldLayoutId id="2147484125" r:id="rId14"/>
    <p:sldLayoutId id="2147484126" r:id="rId15"/>
    <p:sldLayoutId id="21474841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6CC9-81D2-C15B-7EAC-CEEE27248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231" y="802298"/>
            <a:ext cx="10316621" cy="254143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Population, GDP &amp; Social Indicators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10E2A-3DBA-DEAF-8E70-66ABB65C2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7810" y="3429000"/>
            <a:ext cx="8915399" cy="112628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EDC63-2B70-38FE-74D9-3BBBDBA42E1F}"/>
              </a:ext>
            </a:extLst>
          </p:cNvPr>
          <p:cNvSpPr txBox="1"/>
          <p:nvPr/>
        </p:nvSpPr>
        <p:spPr>
          <a:xfrm>
            <a:off x="8972965" y="4898545"/>
            <a:ext cx="2470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ARUNKUMAR  A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&amp; DS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43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0624-F3B8-6B4D-D9E8-01C77B493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B1C83E-38EC-8183-95BF-77DDA4AF94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3367" y="1905000"/>
            <a:ext cx="979340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global population and economic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regions and countries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Focused on GDP, literacy, infant mortality, and growth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Power BI dashboards</a:t>
            </a:r>
          </a:p>
        </p:txBody>
      </p:sp>
    </p:spTree>
    <p:extLst>
      <p:ext uri="{BB962C8B-B14F-4D97-AF65-F5344CB8AC3E}">
        <p14:creationId xmlns:p14="http://schemas.microsoft.com/office/powerpoint/2010/main" val="167866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57D5-D2FF-20CC-AD01-8A23DC96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89620"/>
            <a:ext cx="10364451" cy="13225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Analysis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3A5470-4C63-540D-B352-E28FC0D29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310" y="1302521"/>
            <a:ext cx="79373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Asia has the highest population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Oceania and Baltics have the lowest population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Population distribution is uneven across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83975-CFF8-D028-923D-E92909A20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1" y="2625093"/>
            <a:ext cx="6462301" cy="411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1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DF93-10DC-A832-6AD2-81F5ECE8A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2828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GDP Analysis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151DE925-3DE8-B9F9-F320-A0B2B588A5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1088" y="1268199"/>
            <a:ext cx="84321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Western Europe and Northern America have highest average GDP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Sub-Saharan Africa has the lowest average GDP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GDP does not directly depend on population 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AF927-A46D-5BFD-BEC3-42FFD83F5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0" y="2541865"/>
            <a:ext cx="6890374" cy="415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8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6AB9-0940-5E97-E48E-8A3BD345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9256"/>
            <a:ext cx="10364451" cy="159617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Infant Mortality Analysis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C95E29-0C80-A1EC-2FE7-400E213B94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310" y="1215513"/>
            <a:ext cx="67136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infant mortality in low-income countries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countries show very low infant mortality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quality strongly impacts mortality rates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083BD-C890-95F0-4DA3-2D3685C0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086" y="2506248"/>
            <a:ext cx="7458295" cy="41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8CDE-A50F-4A1C-EEAB-7A5CA144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71306"/>
            <a:ext cx="10364451" cy="159617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Literacy Rate Analysis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654270-7661-60CC-BBA5-4F2C92154A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866" y="1154982"/>
            <a:ext cx="69413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Europe shows near 100% literacy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Sub-Saharan Africa has the lowest literacy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literacy supports better economic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B79B9-6DCF-73B4-FE7D-75692740A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74" y="2355311"/>
            <a:ext cx="7638567" cy="443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7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24AD-27A2-10B2-F7C1-8FD5DE90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62000"/>
            <a:ext cx="10364451" cy="1596177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6ACBA9-DC18-E05C-598D-8C1A500035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642" y="1158013"/>
            <a:ext cx="68625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regions show negative population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literacy correlates with higher GDP per capita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healthcare influence long-term growth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374D1-6C95-86C0-721E-0B39CA4DC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627" y="2474235"/>
            <a:ext cx="8052897" cy="405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9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B25A-A962-FAC0-2A47-17878084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806" y="0"/>
            <a:ext cx="8911687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76404-E824-CE00-940D-8E2506232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5E41E-A97D-9520-AD38-0633165D6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53" y="1220070"/>
            <a:ext cx="9189687" cy="516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24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74B8-70DB-6479-F82B-B9BF1075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4400" dirty="0">
                <a:effectLst/>
                <a:latin typeface="Arial Black" panose="020B0A04020102020204" pitchFamily="34" charset="0"/>
              </a:rPr>
              <a:t> 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BF03-3347-05DC-7388-12659F1D4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647" y="1839985"/>
            <a:ext cx="8915400" cy="3777622"/>
          </a:xfrm>
        </p:spPr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Asia has the highest population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while Oceania and Baltics have the lowest.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Western Europe and Northern America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show the </a:t>
            </a: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 average GDP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despite smaller populations.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 population does not always mean high GDP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showing economic imbalance across regions.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Infant mortality is highest in low-GDP countries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indicating healthcare inequality.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 regions have very low infant mortality rates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Literacy rates are highest in Europe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lowest in Sub-Saharan Africa.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 literacy is linked to higher GDP per capita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 developed regions show </a:t>
            </a: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negative population growth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while developing regions continue to grow.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Countries with </a:t>
            </a: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 education and healthcare perform better economically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dashboard clearly shows </a:t>
            </a:r>
            <a:r>
              <a:rPr lang="en-US" sz="7400" b="1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 disparities in population, economy, and social indicators</a:t>
            </a:r>
            <a:r>
              <a:rPr lang="en-US" sz="7400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70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06B8-C3DE-A4DA-FA3C-D67180A7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 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550-1E81-4F46-FE30-E19C6421F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647" y="2192322"/>
            <a:ext cx="8915400" cy="3777622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 education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 low-literacy regions to support economic growth.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 healthcare systems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 reduce infant mortality rates.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 job opportunities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 high-population regions to manage population pressure.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 in infrastructure and industries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 low-GDP regions.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data dashboards regularly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 better policy and planning decisions.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 skill development programs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 increase productivity.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 population growth trends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 plan future resources effectively.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3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E9E1-7E67-8606-493D-00617E0F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803" y="2235503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54086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</TotalTime>
  <Words>361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Century Gothic</vt:lpstr>
      <vt:lpstr>Times New Roman</vt:lpstr>
      <vt:lpstr>Wingdings 3</vt:lpstr>
      <vt:lpstr>Wisp</vt:lpstr>
      <vt:lpstr>Global Population, GDP &amp; Social Indicators Analysis</vt:lpstr>
      <vt:lpstr>Project Overview</vt:lpstr>
      <vt:lpstr>Population Analysis </vt:lpstr>
      <vt:lpstr>GDP Analysis</vt:lpstr>
      <vt:lpstr>Infant Mortality Analysis </vt:lpstr>
      <vt:lpstr>Literacy Rate Analysis </vt:lpstr>
      <vt:lpstr>Growth Trends</vt:lpstr>
      <vt:lpstr>Dashboard Visualization</vt:lpstr>
      <vt:lpstr>INSIGHTS : </vt:lpstr>
      <vt:lpstr>RECOMMENDATION : 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ovi07</dc:creator>
  <cp:lastModifiedBy>Arunkumar A</cp:lastModifiedBy>
  <cp:revision>2</cp:revision>
  <dcterms:created xsi:type="dcterms:W3CDTF">2026-01-16T11:42:32Z</dcterms:created>
  <dcterms:modified xsi:type="dcterms:W3CDTF">2026-01-28T17:00:42Z</dcterms:modified>
</cp:coreProperties>
</file>